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209" r:id="rId1"/>
  </p:sldMasterIdLst>
  <p:notesMasterIdLst>
    <p:notesMasterId r:id="rId12"/>
  </p:notesMasterIdLst>
  <p:sldIdLst>
    <p:sldId id="256" r:id="rId2"/>
    <p:sldId id="261" r:id="rId3"/>
    <p:sldId id="257" r:id="rId4"/>
    <p:sldId id="259" r:id="rId5"/>
    <p:sldId id="258" r:id="rId6"/>
    <p:sldId id="260" r:id="rId7"/>
    <p:sldId id="262" r:id="rId8"/>
    <p:sldId id="263" r:id="rId9"/>
    <p:sldId id="264" r:id="rId10"/>
    <p:sldId id="265" r:id="rId1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1730" autoAdjust="0"/>
  </p:normalViewPr>
  <p:slideViewPr>
    <p:cSldViewPr snapToGrid="0">
      <p:cViewPr varScale="1">
        <p:scale>
          <a:sx n="59" d="100"/>
          <a:sy n="59" d="100"/>
        </p:scale>
        <p:origin x="907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5DA5B87-4786-42E8-8BFB-5A9FAB7B5E71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24397CB-D82C-42F0-96B3-ECED06EC2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42A54C80-263E-416B-A8E0-580EDEADCBDC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Sprint 5 Demonstrations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Neil Kirby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3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 minute setup</a:t>
            </a:r>
          </a:p>
          <a:p>
            <a:r>
              <a:rPr lang="en-US" dirty="0" smtClean="0"/>
              <a:t>1 minute to introduce the team and features</a:t>
            </a:r>
          </a:p>
          <a:p>
            <a:r>
              <a:rPr lang="en-US" dirty="0" smtClean="0"/>
              <a:t>5 minute (max) </a:t>
            </a:r>
            <a:r>
              <a:rPr lang="en-US" dirty="0" smtClean="0"/>
              <a:t>demo</a:t>
            </a:r>
          </a:p>
          <a:p>
            <a:endParaRPr lang="en-US" dirty="0"/>
          </a:p>
          <a:p>
            <a:pPr marL="109728" indent="0">
              <a:buNone/>
            </a:pPr>
            <a:r>
              <a:rPr lang="en-US" dirty="0" smtClean="0"/>
              <a:t>(Those time buckets are independent of each other; time spent introducing the team and listing the upcoming features is separate from the time spent running the live demo.)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all demos, Q&amp;A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Expectations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28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Awesome cover slide</a:t>
            </a:r>
          </a:p>
          <a:p>
            <a:r>
              <a:rPr lang="en-US" dirty="0" smtClean="0"/>
              <a:t>Introduce the team</a:t>
            </a:r>
          </a:p>
          <a:p>
            <a:r>
              <a:rPr lang="en-US" dirty="0" smtClean="0"/>
              <a:t>List the Sprint features</a:t>
            </a:r>
          </a:p>
          <a:p>
            <a:endParaRPr lang="en-US" dirty="0"/>
          </a:p>
          <a:p>
            <a:r>
              <a:rPr lang="en-US" dirty="0" smtClean="0"/>
              <a:t>Email to me by </a:t>
            </a:r>
            <a:r>
              <a:rPr lang="en-US" dirty="0" smtClean="0"/>
              <a:t>Monday</a:t>
            </a:r>
            <a:r>
              <a:rPr lang="en-US" smtClean="0"/>
              <a:t>, 2-December-2024, </a:t>
            </a:r>
            <a:r>
              <a:rPr lang="en-US" dirty="0" smtClean="0"/>
              <a:t>midnight.   </a:t>
            </a:r>
            <a:endParaRPr lang="en-US" dirty="0" smtClean="0"/>
          </a:p>
          <a:p>
            <a:r>
              <a:rPr lang="en-US" dirty="0" smtClean="0"/>
              <a:t>PowerPoint </a:t>
            </a:r>
            <a:r>
              <a:rPr lang="en-US" dirty="0" err="1" smtClean="0"/>
              <a:t>pptx</a:t>
            </a:r>
            <a:r>
              <a:rPr lang="en-US" dirty="0" smtClean="0"/>
              <a:t> format only</a:t>
            </a:r>
            <a:endParaRPr lang="en-US" dirty="0" smtClean="0"/>
          </a:p>
          <a:p>
            <a:r>
              <a:rPr lang="en-US" dirty="0" smtClean="0"/>
              <a:t>Example follows: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dirty="0" smtClean="0"/>
              <a:t> PowerPoint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1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</a:t>
            </a:r>
            <a:r>
              <a:rPr lang="en-US" dirty="0" err="1" smtClean="0"/>
              <a:t>Suess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Oh! The Games You Will Play!</a:t>
            </a:r>
          </a:p>
          <a:p>
            <a:pPr marL="109728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2248885"/>
            <a:ext cx="7182803" cy="351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0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Thing One, Sam I Am, Clark, and Blue Fish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Seuss is: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90" y="1965643"/>
            <a:ext cx="2809643" cy="40416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33" y="1965643"/>
            <a:ext cx="2538439" cy="40416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417" y="1965643"/>
            <a:ext cx="3346738" cy="40146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1" y="1965643"/>
            <a:ext cx="2295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4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Fishbowl balanced on umbrella</a:t>
            </a:r>
          </a:p>
          <a:p>
            <a:r>
              <a:rPr lang="en-US" dirty="0" smtClean="0"/>
              <a:t>Star power up for </a:t>
            </a:r>
            <a:r>
              <a:rPr lang="en-US" dirty="0" err="1"/>
              <a:t>S</a:t>
            </a:r>
            <a:r>
              <a:rPr lang="en-US" dirty="0" err="1" smtClean="0"/>
              <a:t>neeches</a:t>
            </a:r>
            <a:endParaRPr lang="en-US" dirty="0" smtClean="0"/>
          </a:p>
          <a:p>
            <a:r>
              <a:rPr lang="en-US" dirty="0" smtClean="0"/>
              <a:t>Landing in a fishbowl</a:t>
            </a:r>
          </a:p>
          <a:p>
            <a:r>
              <a:rPr lang="en-US" dirty="0" smtClean="0"/>
              <a:t>Pants with nobody in them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Seuss Sprint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1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Greet everyone to start</a:t>
            </a:r>
          </a:p>
          <a:p>
            <a:r>
              <a:rPr lang="en-US" dirty="0" smtClean="0"/>
              <a:t>One person narrates, another person runs the demo</a:t>
            </a:r>
          </a:p>
          <a:p>
            <a:r>
              <a:rPr lang="en-US" dirty="0" smtClean="0"/>
              <a:t>The pause key may be helpful</a:t>
            </a:r>
          </a:p>
          <a:p>
            <a:r>
              <a:rPr lang="en-US" dirty="0" smtClean="0"/>
              <a:t>A custom level might be helpful but is not required</a:t>
            </a:r>
          </a:p>
          <a:p>
            <a:r>
              <a:rPr lang="en-US" dirty="0" smtClean="0"/>
              <a:t>Practice your entire presentation and time it!</a:t>
            </a:r>
          </a:p>
          <a:p>
            <a:r>
              <a:rPr lang="en-US" dirty="0" smtClean="0"/>
              <a:t>Thank your audience when done</a:t>
            </a:r>
          </a:p>
          <a:p>
            <a:endParaRPr lang="en-US" dirty="0"/>
          </a:p>
          <a:p>
            <a:r>
              <a:rPr lang="en-US" dirty="0" smtClean="0"/>
              <a:t>Applaud for the other teams when they finish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1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This demo replaces the in-class portion of the final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 smtClean="0"/>
              <a:t>Practice for it the way you would study for an exam</a:t>
            </a:r>
          </a:p>
          <a:p>
            <a:r>
              <a:rPr lang="en-US" dirty="0" smtClean="0"/>
              <a:t>Speak clearly and loud enough for people in the back</a:t>
            </a:r>
          </a:p>
          <a:p>
            <a:r>
              <a:rPr lang="en-US" dirty="0" smtClean="0"/>
              <a:t>Try to make the demo flow from feature to feature and match the commentary to that flow</a:t>
            </a:r>
          </a:p>
          <a:p>
            <a:r>
              <a:rPr lang="en-US" dirty="0" smtClean="0"/>
              <a:t>You really want to have zero crashes / feature failures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case you were wondering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3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04857"/>
            <a:ext cx="10972800" cy="4973874"/>
          </a:xfrm>
        </p:spPr>
        <p:txBody>
          <a:bodyPr>
            <a:normAutofit/>
          </a:bodyPr>
          <a:lstStyle/>
          <a:p>
            <a:r>
              <a:rPr lang="en-US" dirty="0" smtClean="0"/>
              <a:t>Scan the room making eye contact with every single person there as you go</a:t>
            </a:r>
          </a:p>
          <a:p>
            <a:r>
              <a:rPr lang="en-US" dirty="0" smtClean="0"/>
              <a:t>Talk to us, not the screen – know the slides and demo so well you can wave your hand at the screen behind you without looking at it</a:t>
            </a:r>
          </a:p>
          <a:p>
            <a:r>
              <a:rPr lang="en-US" dirty="0" smtClean="0"/>
              <a:t>Speak loudly enough so that the person in the back of the room who is grading your team can easily hear you</a:t>
            </a:r>
          </a:p>
          <a:p>
            <a:r>
              <a:rPr lang="en-US" dirty="0" smtClean="0"/>
              <a:t>Slide in some commentary about the tech underpinning the features as you go over the </a:t>
            </a:r>
            <a:r>
              <a:rPr lang="en-US" dirty="0" smtClean="0"/>
              <a:t>features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not to lose 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1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04857"/>
            <a:ext cx="10972800" cy="4991548"/>
          </a:xfrm>
        </p:spPr>
        <p:txBody>
          <a:bodyPr>
            <a:normAutofit/>
          </a:bodyPr>
          <a:lstStyle/>
          <a:p>
            <a:r>
              <a:rPr lang="en-US" dirty="0" smtClean="0"/>
              <a:t>Have </a:t>
            </a:r>
            <a:r>
              <a:rPr lang="en-US" dirty="0" smtClean="0"/>
              <a:t>the whole team materially participate in some way</a:t>
            </a:r>
          </a:p>
          <a:p>
            <a:r>
              <a:rPr lang="en-US" dirty="0" smtClean="0"/>
              <a:t>Have the demo </a:t>
            </a:r>
            <a:r>
              <a:rPr lang="en-US" dirty="0" smtClean="0"/>
              <a:t>portion run </a:t>
            </a:r>
            <a:r>
              <a:rPr lang="en-US" dirty="0" smtClean="0"/>
              <a:t>between 4 and 5 </a:t>
            </a:r>
            <a:r>
              <a:rPr lang="en-US" dirty="0" smtClean="0"/>
              <a:t>minutes</a:t>
            </a:r>
          </a:p>
          <a:p>
            <a:r>
              <a:rPr lang="en-US" dirty="0" smtClean="0"/>
              <a:t>Make sure the game sound levels are loud enough to hear but not so loud that we can’t hear you talk over them</a:t>
            </a:r>
          </a:p>
          <a:p>
            <a:r>
              <a:rPr lang="en-US" dirty="0" smtClean="0"/>
              <a:t>Make it look practiced and smooth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not to lose 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520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19844</TotalTime>
  <Words>389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Lucida Sans Unicode</vt:lpstr>
      <vt:lpstr>Verdana</vt:lpstr>
      <vt:lpstr>Wingdings 2</vt:lpstr>
      <vt:lpstr>Wingdings 3</vt:lpstr>
      <vt:lpstr>Concourse</vt:lpstr>
      <vt:lpstr>Sprint 5 Demonstrations</vt:lpstr>
      <vt:lpstr>Expectations</vt:lpstr>
      <vt:lpstr>3 PowerPoint Slides</vt:lpstr>
      <vt:lpstr>Team Suess</vt:lpstr>
      <vt:lpstr>Team Seuss is:</vt:lpstr>
      <vt:lpstr>Team Seuss Sprint Features</vt:lpstr>
      <vt:lpstr>Suggestions</vt:lpstr>
      <vt:lpstr>In case you were wondering</vt:lpstr>
      <vt:lpstr>How not to lose points</vt:lpstr>
      <vt:lpstr>How not to lose points</vt:lpstr>
    </vt:vector>
  </TitlesOfParts>
  <Company>The Ohio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Comma splices</dc:title>
  <dc:creator>Neil Kirby</dc:creator>
  <cp:lastModifiedBy>Kirby, Neil</cp:lastModifiedBy>
  <cp:revision>283</cp:revision>
  <cp:lastPrinted>2018-01-04T20:35:19Z</cp:lastPrinted>
  <dcterms:created xsi:type="dcterms:W3CDTF">2014-06-17T17:24:43Z</dcterms:created>
  <dcterms:modified xsi:type="dcterms:W3CDTF">2024-12-04T18:54:01Z</dcterms:modified>
</cp:coreProperties>
</file>
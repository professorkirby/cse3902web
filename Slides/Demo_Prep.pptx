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209" r:id="rId1"/>
  </p:sldMasterIdLst>
  <p:notesMasterIdLst>
    <p:notesMasterId r:id="rId12"/>
  </p:notesMasterIdLst>
  <p:sldIdLst>
    <p:sldId id="256" r:id="rId2"/>
    <p:sldId id="261" r:id="rId3"/>
    <p:sldId id="257" r:id="rId4"/>
    <p:sldId id="259" r:id="rId5"/>
    <p:sldId id="258" r:id="rId6"/>
    <p:sldId id="260" r:id="rId7"/>
    <p:sldId id="262" r:id="rId8"/>
    <p:sldId id="263" r:id="rId9"/>
    <p:sldId id="264" r:id="rId10"/>
    <p:sldId id="265" r:id="rId11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81730" autoAdjust="0"/>
  </p:normalViewPr>
  <p:slideViewPr>
    <p:cSldViewPr snapToGrid="0">
      <p:cViewPr varScale="1">
        <p:scale>
          <a:sx n="103" d="100"/>
          <a:sy n="103" d="100"/>
        </p:scale>
        <p:origin x="72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05DA5B87-4786-42E8-8BFB-5A9FAB7B5E71}" type="datetimeFigureOut">
              <a:rPr lang="en-US" smtClean="0"/>
              <a:t>1/2/2025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224397CB-D82C-42F0-96B3-ECED06EC2C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90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12201452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914400" y="1752602"/>
            <a:ext cx="103632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914400" y="3611607"/>
            <a:ext cx="103632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-5019" y="4953000"/>
            <a:ext cx="12197020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/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B61BEF0D-F0BB-DE4B-95CE-6DB70DBA9567}" type="datetimeFigureOut">
              <a:rPr lang="en-US" smtClean="0"/>
              <a:pPr/>
              <a:t>1/2/2025</a:t>
            </a:fld>
            <a:endParaRPr lang="en-US" dirty="0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 dirty="0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168" y="1059712"/>
            <a:ext cx="103632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30284" y="2931712"/>
            <a:ext cx="6096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hevron 6"/>
          <p:cNvSpPr/>
          <p:nvPr/>
        </p:nvSpPr>
        <p:spPr>
          <a:xfrm>
            <a:off x="4848907" y="3005472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4600352" y="3005472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481329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81329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109728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5410200"/>
            <a:ext cx="5386917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3369" y="5410200"/>
            <a:ext cx="5389033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9600" y="1444295"/>
            <a:ext cx="5386917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1444295"/>
            <a:ext cx="5389033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4876800"/>
            <a:ext cx="9975701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5892800" y="5355102"/>
            <a:ext cx="5299456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219200" y="274320"/>
            <a:ext cx="9973056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969376" y="6407944"/>
            <a:ext cx="2560320" cy="365760"/>
          </a:xfrm>
        </p:spPr>
        <p:txBody>
          <a:bodyPr/>
          <a:lstStyle/>
          <a:p>
            <a:fld id="{42A54C80-263E-416B-A8E0-580EDEADCBDC}" type="datetimeFigureOut">
              <a:rPr lang="en-US" smtClean="0"/>
              <a:t>1/2/2025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21643" y="5443402"/>
            <a:ext cx="95504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4800" y="189968"/>
            <a:ext cx="115824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B61BEF0D-F0BB-DE4B-95CE-6DB70DBA9567}" type="datetimeFigureOut">
              <a:rPr lang="en-US" smtClean="0"/>
              <a:pPr/>
              <a:t>1/2/2025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40097" y="6407945"/>
            <a:ext cx="313424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4865122"/>
            <a:ext cx="10767243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665697" y="5944936"/>
            <a:ext cx="6587499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647623" y="5939011"/>
            <a:ext cx="492060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8056" y="5791253"/>
            <a:ext cx="4536419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12316" y="5787739"/>
            <a:ext cx="454067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11552149" y="4988440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11303595" y="4988440"/>
            <a:ext cx="24384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481330"/>
            <a:ext cx="10972800" cy="4386071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5351" y="274641"/>
            <a:ext cx="2369960" cy="5592761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432800" cy="5592760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665697" y="5944936"/>
            <a:ext cx="6587499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647623" y="5939011"/>
            <a:ext cx="492060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8056" y="5791253"/>
            <a:ext cx="4536419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12316" y="5787739"/>
            <a:ext cx="454067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609600" y="1481329"/>
            <a:ext cx="109728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8969376" y="6407944"/>
            <a:ext cx="256032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B61BEF0D-F0BB-DE4B-95CE-6DB70DBA9567}" type="datetimeFigureOut">
              <a:rPr lang="en-US" smtClean="0"/>
              <a:pPr/>
              <a:t>1/2/2025</a:t>
            </a:fld>
            <a:endParaRPr lang="en-US" dirty="0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5840097" y="6407945"/>
            <a:ext cx="313424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11529696" y="6407945"/>
            <a:ext cx="48768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10" r:id="rId1"/>
    <p:sldLayoutId id="2147484211" r:id="rId2"/>
    <p:sldLayoutId id="2147484212" r:id="rId3"/>
    <p:sldLayoutId id="2147484213" r:id="rId4"/>
    <p:sldLayoutId id="2147484214" r:id="rId5"/>
    <p:sldLayoutId id="2147484215" r:id="rId6"/>
    <p:sldLayoutId id="2147484216" r:id="rId7"/>
    <p:sldLayoutId id="2147484217" r:id="rId8"/>
    <p:sldLayoutId id="2147484218" r:id="rId9"/>
    <p:sldLayoutId id="2147484219" r:id="rId10"/>
    <p:sldLayoutId id="2147484220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Sprint 5 Demonstrations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Neil Kirby</a:t>
            </a:r>
          </a:p>
        </p:txBody>
      </p:sp>
    </p:spTree>
    <p:extLst>
      <p:ext uri="{BB962C8B-B14F-4D97-AF65-F5344CB8AC3E}">
        <p14:creationId xmlns:p14="http://schemas.microsoft.com/office/powerpoint/2010/main" val="1934636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minute setup</a:t>
            </a:r>
          </a:p>
          <a:p>
            <a:r>
              <a:rPr lang="en-US" dirty="0"/>
              <a:t>1 minute to introduce the team and features</a:t>
            </a:r>
          </a:p>
          <a:p>
            <a:r>
              <a:rPr lang="en-US" dirty="0"/>
              <a:t>5 minute (max) demo</a:t>
            </a:r>
          </a:p>
          <a:p>
            <a:endParaRPr lang="en-US" dirty="0"/>
          </a:p>
          <a:p>
            <a:pPr marL="109728" indent="0">
              <a:buNone/>
            </a:pPr>
            <a:r>
              <a:rPr lang="en-US" dirty="0"/>
              <a:t>(Those time buckets are independent of each other; time spent introducing the team and listing the upcoming features is separate from the time spent running the live demo.)</a:t>
            </a:r>
          </a:p>
          <a:p>
            <a:endParaRPr lang="en-US" dirty="0"/>
          </a:p>
          <a:p>
            <a:r>
              <a:rPr lang="en-US" dirty="0"/>
              <a:t>After all demos, Q&amp;A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Expectations</a:t>
            </a:r>
          </a:p>
        </p:txBody>
      </p:sp>
    </p:spTree>
    <p:extLst>
      <p:ext uri="{BB962C8B-B14F-4D97-AF65-F5344CB8AC3E}">
        <p14:creationId xmlns:p14="http://schemas.microsoft.com/office/powerpoint/2010/main" val="2686283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Awesome cover slide</a:t>
            </a:r>
          </a:p>
          <a:p>
            <a:r>
              <a:rPr lang="en-US" dirty="0"/>
              <a:t>Introduce the team</a:t>
            </a:r>
          </a:p>
          <a:p>
            <a:r>
              <a:rPr lang="en-US" dirty="0"/>
              <a:t>List the Sprint features</a:t>
            </a:r>
          </a:p>
          <a:p>
            <a:endParaRPr lang="en-US" dirty="0"/>
          </a:p>
          <a:p>
            <a:r>
              <a:rPr lang="en-US" dirty="0"/>
              <a:t>Submit the </a:t>
            </a:r>
            <a:r>
              <a:rPr lang="en-US" u="sng" dirty="0"/>
              <a:t>file</a:t>
            </a:r>
            <a:r>
              <a:rPr lang="en-US" dirty="0"/>
              <a:t> to Carmen by the </a:t>
            </a:r>
            <a:r>
              <a:rPr lang="en-US"/>
              <a:t>due date  </a:t>
            </a:r>
            <a:endParaRPr lang="en-US" dirty="0"/>
          </a:p>
          <a:p>
            <a:r>
              <a:rPr lang="en-US" dirty="0"/>
              <a:t>PowerPoint </a:t>
            </a:r>
            <a:r>
              <a:rPr lang="en-US" dirty="0" err="1"/>
              <a:t>pptx</a:t>
            </a:r>
            <a:r>
              <a:rPr lang="en-US" dirty="0"/>
              <a:t> format only</a:t>
            </a:r>
          </a:p>
          <a:p>
            <a:r>
              <a:rPr lang="en-US" dirty="0"/>
              <a:t>Example follows: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PowerPoint Slides</a:t>
            </a:r>
          </a:p>
        </p:txBody>
      </p:sp>
    </p:spTree>
    <p:extLst>
      <p:ext uri="{BB962C8B-B14F-4D97-AF65-F5344CB8AC3E}">
        <p14:creationId xmlns:p14="http://schemas.microsoft.com/office/powerpoint/2010/main" val="4278512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</a:t>
            </a:r>
            <a:r>
              <a:rPr lang="en-US" dirty="0" err="1"/>
              <a:t>Suess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09728" indent="0">
              <a:buNone/>
            </a:pPr>
            <a:r>
              <a:rPr lang="en-US" dirty="0"/>
              <a:t>Oh! The Games You Will Play!</a:t>
            </a:r>
          </a:p>
          <a:p>
            <a:pPr marL="109728" indent="0">
              <a:buNone/>
            </a:pP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837" y="2248885"/>
            <a:ext cx="7182803" cy="3513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209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09728" indent="0">
              <a:buNone/>
            </a:pPr>
            <a:r>
              <a:rPr lang="en-US" dirty="0"/>
              <a:t>Thing One, Sam I Am, Clark, and Blue Fish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Seuss is: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90" y="1965643"/>
            <a:ext cx="2809643" cy="404164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733" y="1965643"/>
            <a:ext cx="2538439" cy="404164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417" y="1965643"/>
            <a:ext cx="3346738" cy="401460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401" y="1965643"/>
            <a:ext cx="2295525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346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Fishbowl balanced on umbrella</a:t>
            </a:r>
          </a:p>
          <a:p>
            <a:r>
              <a:rPr lang="en-US" dirty="0"/>
              <a:t>Star power up for </a:t>
            </a:r>
            <a:r>
              <a:rPr lang="en-US" dirty="0" err="1"/>
              <a:t>Sneeches</a:t>
            </a:r>
            <a:endParaRPr lang="en-US" dirty="0"/>
          </a:p>
          <a:p>
            <a:r>
              <a:rPr lang="en-US" dirty="0"/>
              <a:t>Landing in a fishbowl</a:t>
            </a:r>
          </a:p>
          <a:p>
            <a:r>
              <a:rPr lang="en-US" dirty="0"/>
              <a:t>Pants with nobody in them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Seuss Sprint Features</a:t>
            </a:r>
          </a:p>
        </p:txBody>
      </p:sp>
    </p:spTree>
    <p:extLst>
      <p:ext uri="{BB962C8B-B14F-4D97-AF65-F5344CB8AC3E}">
        <p14:creationId xmlns:p14="http://schemas.microsoft.com/office/powerpoint/2010/main" val="3683817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Greet everyone to start</a:t>
            </a:r>
          </a:p>
          <a:p>
            <a:r>
              <a:rPr lang="en-US" dirty="0"/>
              <a:t>One person narrates, another person runs the demo</a:t>
            </a:r>
          </a:p>
          <a:p>
            <a:r>
              <a:rPr lang="en-US" dirty="0"/>
              <a:t>The pause key may be helpful</a:t>
            </a:r>
          </a:p>
          <a:p>
            <a:r>
              <a:rPr lang="en-US" dirty="0"/>
              <a:t>A custom level might be helpful but is not required</a:t>
            </a:r>
          </a:p>
          <a:p>
            <a:r>
              <a:rPr lang="en-US" dirty="0"/>
              <a:t>Practice your entire presentation and time it!</a:t>
            </a:r>
          </a:p>
          <a:p>
            <a:r>
              <a:rPr lang="en-US" dirty="0"/>
              <a:t>Thank your audience when done</a:t>
            </a:r>
          </a:p>
          <a:p>
            <a:endParaRPr lang="en-US" dirty="0"/>
          </a:p>
          <a:p>
            <a:r>
              <a:rPr lang="en-US" dirty="0"/>
              <a:t>Applaud for the other teams when they finish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Suggestions</a:t>
            </a:r>
          </a:p>
        </p:txBody>
      </p:sp>
    </p:spTree>
    <p:extLst>
      <p:ext uri="{BB962C8B-B14F-4D97-AF65-F5344CB8AC3E}">
        <p14:creationId xmlns:p14="http://schemas.microsoft.com/office/powerpoint/2010/main" val="1097411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09728" indent="0">
              <a:buNone/>
            </a:pPr>
            <a:r>
              <a:rPr lang="en-US" dirty="0"/>
              <a:t>This demo replaces the in-class portion of the final</a:t>
            </a:r>
          </a:p>
          <a:p>
            <a:pPr marL="109728" indent="0">
              <a:buNone/>
            </a:pPr>
            <a:endParaRPr lang="en-US" dirty="0"/>
          </a:p>
          <a:p>
            <a:r>
              <a:rPr lang="en-US" dirty="0"/>
              <a:t>Practice for it the way you would study for an exam</a:t>
            </a:r>
          </a:p>
          <a:p>
            <a:r>
              <a:rPr lang="en-US" dirty="0"/>
              <a:t>Speak clearly and loud enough for people in the back</a:t>
            </a:r>
          </a:p>
          <a:p>
            <a:r>
              <a:rPr lang="en-US" dirty="0"/>
              <a:t>Try to make the demo flow from feature to feature and match the commentary to that flow</a:t>
            </a:r>
          </a:p>
          <a:p>
            <a:r>
              <a:rPr lang="en-US" dirty="0"/>
              <a:t>You really want to have zero crashes / feature failures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case you were wondering</a:t>
            </a:r>
          </a:p>
        </p:txBody>
      </p:sp>
    </p:spTree>
    <p:extLst>
      <p:ext uri="{BB962C8B-B14F-4D97-AF65-F5344CB8AC3E}">
        <p14:creationId xmlns:p14="http://schemas.microsoft.com/office/powerpoint/2010/main" val="2280138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09600" y="1204857"/>
            <a:ext cx="10972800" cy="4973874"/>
          </a:xfrm>
        </p:spPr>
        <p:txBody>
          <a:bodyPr>
            <a:normAutofit/>
          </a:bodyPr>
          <a:lstStyle/>
          <a:p>
            <a:r>
              <a:rPr lang="en-US" dirty="0"/>
              <a:t>Scan the room making eye contact with every single person there as you go</a:t>
            </a:r>
          </a:p>
          <a:p>
            <a:r>
              <a:rPr lang="en-US" dirty="0"/>
              <a:t>Talk to us, not the screen – know the slides and demo so well you can wave your hand at the screen behind you without looking at it</a:t>
            </a:r>
          </a:p>
          <a:p>
            <a:r>
              <a:rPr lang="en-US" dirty="0"/>
              <a:t>Speak loudly enough so that the person in the back of the room who is grading your team can easily hear you</a:t>
            </a:r>
          </a:p>
          <a:p>
            <a:r>
              <a:rPr lang="en-US" dirty="0"/>
              <a:t>Slide in some commentary about the tech underpinning the features as you go over the features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not to lose points</a:t>
            </a:r>
          </a:p>
        </p:txBody>
      </p:sp>
    </p:spTree>
    <p:extLst>
      <p:ext uri="{BB962C8B-B14F-4D97-AF65-F5344CB8AC3E}">
        <p14:creationId xmlns:p14="http://schemas.microsoft.com/office/powerpoint/2010/main" val="929213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09600" y="1204857"/>
            <a:ext cx="10972800" cy="4991548"/>
          </a:xfrm>
        </p:spPr>
        <p:txBody>
          <a:bodyPr>
            <a:normAutofit/>
          </a:bodyPr>
          <a:lstStyle/>
          <a:p>
            <a:r>
              <a:rPr lang="en-US" dirty="0"/>
              <a:t>Have the whole team materially participate in some way</a:t>
            </a:r>
          </a:p>
          <a:p>
            <a:r>
              <a:rPr lang="en-US" dirty="0"/>
              <a:t>Have the demo portion run between 4 and 5 minutes</a:t>
            </a:r>
          </a:p>
          <a:p>
            <a:r>
              <a:rPr lang="en-US" dirty="0"/>
              <a:t>Make sure the game sound levels are loud enough to hear but not so loud that we can’t hear you talk over them</a:t>
            </a:r>
          </a:p>
          <a:p>
            <a:r>
              <a:rPr lang="en-US" dirty="0"/>
              <a:t>Make it look practiced and smooth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not to lose points</a:t>
            </a:r>
          </a:p>
        </p:txBody>
      </p:sp>
    </p:spTree>
    <p:extLst>
      <p:ext uri="{BB962C8B-B14F-4D97-AF65-F5344CB8AC3E}">
        <p14:creationId xmlns:p14="http://schemas.microsoft.com/office/powerpoint/2010/main" val="6725202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Waveform</Template>
  <TotalTime>19859</TotalTime>
  <Words>390</Words>
  <Application>Microsoft Office PowerPoint</Application>
  <PresentationFormat>Widescreen</PresentationFormat>
  <Paragraphs>53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</vt:lpstr>
      <vt:lpstr>Lucida Sans Unicode</vt:lpstr>
      <vt:lpstr>Verdana</vt:lpstr>
      <vt:lpstr>Wingdings 2</vt:lpstr>
      <vt:lpstr>Wingdings 3</vt:lpstr>
      <vt:lpstr>Concourse</vt:lpstr>
      <vt:lpstr>Sprint 5 Demonstrations</vt:lpstr>
      <vt:lpstr>Expectations</vt:lpstr>
      <vt:lpstr>3 PowerPoint Slides</vt:lpstr>
      <vt:lpstr>Team Suess</vt:lpstr>
      <vt:lpstr>Team Seuss is:</vt:lpstr>
      <vt:lpstr>Team Seuss Sprint Features</vt:lpstr>
      <vt:lpstr>Suggestions</vt:lpstr>
      <vt:lpstr>In case you were wondering</vt:lpstr>
      <vt:lpstr>How not to lose points</vt:lpstr>
      <vt:lpstr>How not to lose points</vt:lpstr>
    </vt:vector>
  </TitlesOfParts>
  <Company>The Ohio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Comma splices</dc:title>
  <dc:creator>Neil Kirby</dc:creator>
  <cp:lastModifiedBy>Kirby, Neil</cp:lastModifiedBy>
  <cp:revision>285</cp:revision>
  <cp:lastPrinted>2018-01-04T20:35:19Z</cp:lastPrinted>
  <dcterms:created xsi:type="dcterms:W3CDTF">2014-06-17T17:24:43Z</dcterms:created>
  <dcterms:modified xsi:type="dcterms:W3CDTF">2025-01-02T21:04:12Z</dcterms:modified>
</cp:coreProperties>
</file>